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8" r:id="rId3"/>
    <p:sldId id="259" r:id="rId4"/>
    <p:sldId id="257" r:id="rId5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1" d="100"/>
          <a:sy n="81" d="100"/>
        </p:scale>
        <p:origin x="423" y="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8E8296-4BF7-998B-660E-17DD7B608DF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90B6BEDD-04DF-3941-9566-6F1F79E58A8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CD9EEC3-B5C7-9A29-BCF7-CE02587F3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22/02/2026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2399CB2-662B-9BBF-0627-242E2F85541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33036A7-5B3F-B558-D429-249F36E764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9990163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E3AD84-2C02-2172-8EB9-EC33136506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3F4FFA-7451-3A07-6CB3-E353EAD645C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D40AEE9-EBA6-A0BE-477D-D2D62E8083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22/02/2026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82A9864-CA73-C1F6-BF7C-8863E7CD82F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AB99039-ED7A-C30C-D3C2-24D15BDED64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58893931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2664CCF-8620-DD45-5451-223D76D452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FEB6AA-1703-2114-25D1-BB67EF369D8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72EF72-2B91-8FF6-D91F-06F7EA1829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22/02/2026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ACE7446-E0E2-F09C-27F2-4C27D6EF657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E885491E-678C-A9AE-91D4-5C653D63B0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33249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A707AA-7449-578F-C5BB-63E86B1CC8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34B0C58-C691-E12F-592D-6916198F8FE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EC3E709-E050-8266-023C-8E57D272437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48980E-5775-143E-0070-5333BCAC8BB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22/02/2026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92787D-A613-21CB-7569-7B1AC4D927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0D96E12-E837-C569-6B35-9C8F9B9BBC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54925252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C93DCC-93CB-839A-7ED3-762E696125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EF43717-5DCD-4F0C-533F-D13A137176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C197B9A-13C9-1C57-3DAE-5829C9C1C3E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97EAED6-C7ED-6387-41DD-5D7044DFE99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48BD2A0-1A3B-7FB3-CC62-B9BE3E1FBC96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58F163BC-E452-7750-0371-F2F0440F04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22/02/2026</a:t>
            </a:fld>
            <a:endParaRPr lang="en-AU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9B1FFB4-93A9-1C43-9101-6DBB8124B6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9D50163-C590-CA6F-BC8B-B024BEE95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39134366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C4A2D-30EE-06EA-B2E3-DBF2ADAE14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8FA6D465-54C6-CB73-7700-761C3E902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22/02/2026</a:t>
            </a:fld>
            <a:endParaRPr lang="en-AU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94F62BC-0DBF-1C8B-5AC1-0E34CFF15D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030EF9D-5D0A-6EE8-D32C-D27B29BC8D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2509537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18E1B481-6415-6FA3-61CA-09C14CA5B34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22/02/2026</a:t>
            </a:fld>
            <a:endParaRPr lang="en-AU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5A186703-065E-80BE-1AD5-0128E2977C5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2AA4D28-8ECE-305B-221D-47EC3D5472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60944642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FBFDFA-03DA-CAB4-4792-6E8B2AE3FD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40DF394-D97A-5B5B-7D72-AE77E520B5A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E3590CA-BF03-5EB4-E026-C85641EE84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8EE6A43-6DAE-ABDF-B7E6-3CC080364D9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22/02/2026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4DDCF1E-36AB-F51C-1E84-91831BA7D0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15F8892-207F-8158-7E75-E42905E9132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391112579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D46720-9D08-5EEB-6A39-8B2E52ACB1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A41BA016-7639-031B-87BD-02D99C1D7A5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AU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2BAC45BD-17AF-85F8-9CBB-5E74D0E5FEB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D543A12-ACD0-8AB4-374F-EADFA9AA066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22/02/2026</a:t>
            </a:fld>
            <a:endParaRPr lang="en-AU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C5D9CC-ADEC-AF9E-0F50-6798E342186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65BD941-5449-8BB5-73F4-95B36B232F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71919718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570B20-934B-16E6-BCF4-C820AFB8B86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5F69E7F-23BB-FF38-76A0-A06EE8E8C24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16190C-052D-D52A-5E9A-68355423FF6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22/02/2026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2D7599-EF95-B93A-0934-379A78F2B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659E606-1665-4430-FA75-41EA6D0F7C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12786881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0492A04-E6FF-D36E-0184-1CAB13A5CF48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9F4C3C3A-267E-444F-001B-F87B0B113AF5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EF8C34-4C3C-2DD1-BF73-AEDF2142450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8891461-C6EA-4276-8BAF-69066A4B608C}" type="datetimeFigureOut">
              <a:rPr lang="en-AU" smtClean="0"/>
              <a:t>22/02/2026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07C8332-44C8-1F5A-DA02-558B05555E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7ED06F-530C-4FCF-197B-0BDB55CA1CC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238556599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F1DC7D2-7122-EB40-4FDE-AE50BD4469A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AU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EB15E31-58A3-DE7B-B888-E8D68075F78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AU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012232-FB57-C9D8-2A69-08503D6051B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8891461-C6EA-4276-8BAF-69066A4B608C}" type="datetimeFigureOut">
              <a:rPr lang="en-AU" smtClean="0"/>
              <a:t>22/02/2026</a:t>
            </a:fld>
            <a:endParaRPr lang="en-AU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91CC3CA-D9DF-C590-2BCF-87C229B215F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AU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AFFDABA-C825-0DD4-FC01-F9ABFFDB22A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F40A341E-7C50-49F2-9536-D9B2ECE7D7EE}" type="slidenum">
              <a:rPr lang="en-AU" smtClean="0"/>
              <a:t>‹#›</a:t>
            </a:fld>
            <a:endParaRPr lang="en-AU"/>
          </a:p>
        </p:txBody>
      </p:sp>
    </p:spTree>
    <p:extLst>
      <p:ext uri="{BB962C8B-B14F-4D97-AF65-F5344CB8AC3E}">
        <p14:creationId xmlns:p14="http://schemas.microsoft.com/office/powerpoint/2010/main" val="60854513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5" name="Group 14">
            <a:extLst>
              <a:ext uri="{FF2B5EF4-FFF2-40B4-BE49-F238E27FC236}">
                <a16:creationId xmlns:a16="http://schemas.microsoft.com/office/drawing/2014/main" id="{81AA9FC1-15DA-1AD3-1987-2807012A3D17}"/>
              </a:ext>
            </a:extLst>
          </p:cNvPr>
          <p:cNvGrpSpPr/>
          <p:nvPr/>
        </p:nvGrpSpPr>
        <p:grpSpPr>
          <a:xfrm>
            <a:off x="1236305" y="996219"/>
            <a:ext cx="3953692" cy="2299061"/>
            <a:chOff x="775061" y="2917371"/>
            <a:chExt cx="3953692" cy="2299061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25355B-B3C6-EC3C-F01D-7C3CEA9CEADA}"/>
                </a:ext>
              </a:extLst>
            </p:cNvPr>
            <p:cNvSpPr/>
            <p:nvPr/>
          </p:nvSpPr>
          <p:spPr>
            <a:xfrm>
              <a:off x="775061" y="2917371"/>
              <a:ext cx="3953692" cy="229906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A805A40-1D53-3028-7223-78272D085C35}"/>
                </a:ext>
              </a:extLst>
            </p:cNvPr>
            <p:cNvSpPr/>
            <p:nvPr/>
          </p:nvSpPr>
          <p:spPr>
            <a:xfrm>
              <a:off x="1053957" y="3072626"/>
              <a:ext cx="2847253" cy="769441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44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PYTHON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9A00BE27-BDF4-1234-D6C3-9C30FC26B797}"/>
                </a:ext>
              </a:extLst>
            </p:cNvPr>
            <p:cNvSpPr/>
            <p:nvPr/>
          </p:nvSpPr>
          <p:spPr>
            <a:xfrm>
              <a:off x="1086821" y="3799491"/>
              <a:ext cx="1745221" cy="36933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b="0" cap="none" spc="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BASICS FOR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EFB6522-8BFC-AA50-B92A-72178366D6E5}"/>
                </a:ext>
              </a:extLst>
            </p:cNvPr>
            <p:cNvSpPr/>
            <p:nvPr/>
          </p:nvSpPr>
          <p:spPr>
            <a:xfrm>
              <a:off x="1088573" y="4164765"/>
              <a:ext cx="3326673" cy="95410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r>
                <a:rPr lang="en-US" sz="28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NETWORK</a:t>
              </a:r>
            </a:p>
            <a:p>
              <a:pPr algn="r"/>
              <a:r>
                <a:rPr lang="en-US" sz="28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  ENGNEERS</a:t>
              </a:r>
            </a:p>
          </p:txBody>
        </p:sp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57F076FC-B494-8A67-5DBD-00739887F08D}"/>
              </a:ext>
            </a:extLst>
          </p:cNvPr>
          <p:cNvGrpSpPr/>
          <p:nvPr/>
        </p:nvGrpSpPr>
        <p:grpSpPr>
          <a:xfrm>
            <a:off x="5329650" y="996219"/>
            <a:ext cx="3953692" cy="2299061"/>
            <a:chOff x="1166946" y="2279469"/>
            <a:chExt cx="3953692" cy="2299061"/>
          </a:xfrm>
        </p:grpSpPr>
        <p:sp>
          <p:nvSpPr>
            <p:cNvPr id="22" name="Rectangle 21">
              <a:extLst>
                <a:ext uri="{FF2B5EF4-FFF2-40B4-BE49-F238E27FC236}">
                  <a16:creationId xmlns:a16="http://schemas.microsoft.com/office/drawing/2014/main" id="{0425355B-B3C6-EC3C-F01D-7C3CEA9CEADA}"/>
                </a:ext>
              </a:extLst>
            </p:cNvPr>
            <p:cNvSpPr/>
            <p:nvPr/>
          </p:nvSpPr>
          <p:spPr>
            <a:xfrm>
              <a:off x="1166946" y="2279469"/>
              <a:ext cx="3953692" cy="229906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23" name="Rectangle 22">
              <a:extLst>
                <a:ext uri="{FF2B5EF4-FFF2-40B4-BE49-F238E27FC236}">
                  <a16:creationId xmlns:a16="http://schemas.microsoft.com/office/drawing/2014/main" id="{1A805A40-1D53-3028-7223-78272D085C35}"/>
                </a:ext>
              </a:extLst>
            </p:cNvPr>
            <p:cNvSpPr/>
            <p:nvPr/>
          </p:nvSpPr>
          <p:spPr>
            <a:xfrm>
              <a:off x="1395544" y="2429264"/>
              <a:ext cx="3470373" cy="1138773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4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NETWORK</a:t>
              </a:r>
            </a:p>
            <a:p>
              <a:pPr algn="ctr"/>
              <a:r>
                <a:rPr lang="en-US" sz="34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AUTOMATION</a:t>
              </a:r>
            </a:p>
          </p:txBody>
        </p:sp>
        <p:sp>
          <p:nvSpPr>
            <p:cNvPr id="24" name="Rectangle 23">
              <a:extLst>
                <a:ext uri="{FF2B5EF4-FFF2-40B4-BE49-F238E27FC236}">
                  <a16:creationId xmlns:a16="http://schemas.microsoft.com/office/drawing/2014/main" id="{9A00BE27-BDF4-1234-D6C3-9C30FC26B797}"/>
                </a:ext>
              </a:extLst>
            </p:cNvPr>
            <p:cNvSpPr/>
            <p:nvPr/>
          </p:nvSpPr>
          <p:spPr>
            <a:xfrm>
              <a:off x="2660891" y="3554378"/>
              <a:ext cx="939681" cy="400110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000" b="0" cap="none" spc="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WITH</a:t>
              </a:r>
            </a:p>
          </p:txBody>
        </p: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EFB6522-8BFC-AA50-B92A-72178366D6E5}"/>
                </a:ext>
              </a:extLst>
            </p:cNvPr>
            <p:cNvSpPr/>
            <p:nvPr/>
          </p:nvSpPr>
          <p:spPr>
            <a:xfrm>
              <a:off x="1433185" y="3935268"/>
              <a:ext cx="3421213" cy="52322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8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PYTHON</a:t>
              </a:r>
            </a:p>
          </p:txBody>
        </p:sp>
      </p:grpSp>
      <p:grpSp>
        <p:nvGrpSpPr>
          <p:cNvPr id="8" name="Group 7">
            <a:extLst>
              <a:ext uri="{FF2B5EF4-FFF2-40B4-BE49-F238E27FC236}">
                <a16:creationId xmlns:a16="http://schemas.microsoft.com/office/drawing/2014/main" id="{A862EFFF-8F10-E875-3CA2-B0E8C5441905}"/>
              </a:ext>
            </a:extLst>
          </p:cNvPr>
          <p:cNvGrpSpPr/>
          <p:nvPr/>
        </p:nvGrpSpPr>
        <p:grpSpPr>
          <a:xfrm>
            <a:off x="1305974" y="3865693"/>
            <a:ext cx="5094826" cy="1516203"/>
            <a:chOff x="1305974" y="3865693"/>
            <a:chExt cx="5094826" cy="1516203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0116DA47-6C9C-26AE-201A-61BFAD8E8E58}"/>
                </a:ext>
              </a:extLst>
            </p:cNvPr>
            <p:cNvSpPr/>
            <p:nvPr/>
          </p:nvSpPr>
          <p:spPr>
            <a:xfrm>
              <a:off x="1305974" y="3865693"/>
              <a:ext cx="5094826" cy="1516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CF93E239-3FEB-7F42-33BA-1C1CE59FFBF0}"/>
                </a:ext>
              </a:extLst>
            </p:cNvPr>
            <p:cNvSpPr/>
            <p:nvPr/>
          </p:nvSpPr>
          <p:spPr>
            <a:xfrm>
              <a:off x="1515201" y="3933863"/>
              <a:ext cx="2847253" cy="769441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400" dirty="0">
                  <a:ln w="0"/>
                  <a:solidFill>
                    <a:schemeClr val="bg1">
                      <a:lumMod val="7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PYTHON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68F92653-7048-F4B9-9FB6-3E5B144B1F60}"/>
                </a:ext>
              </a:extLst>
            </p:cNvPr>
            <p:cNvSpPr/>
            <p:nvPr/>
          </p:nvSpPr>
          <p:spPr>
            <a:xfrm>
              <a:off x="4362454" y="4230340"/>
              <a:ext cx="1745221" cy="369332"/>
            </a:xfrm>
            <a:prstGeom prst="rect">
              <a:avLst/>
            </a:prstGeom>
            <a:noFill/>
          </p:spPr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b="0" cap="none" spc="0" dirty="0">
                  <a:ln w="0"/>
                  <a:solidFill>
                    <a:schemeClr val="bg1">
                      <a:lumMod val="7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BASICS FOR</a:t>
              </a:r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42C692AC-14AB-FE6E-BA49-1644AEF6A82F}"/>
                </a:ext>
              </a:extLst>
            </p:cNvPr>
            <p:cNvSpPr/>
            <p:nvPr/>
          </p:nvSpPr>
          <p:spPr>
            <a:xfrm>
              <a:off x="1548065" y="4709578"/>
              <a:ext cx="4676812" cy="52322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800" dirty="0">
                  <a:ln w="0"/>
                  <a:solidFill>
                    <a:schemeClr val="bg1">
                      <a:lumMod val="7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NETWORK ENGNEERS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390692623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7F076FC-B494-8A67-5DBD-00739887F08D}"/>
              </a:ext>
            </a:extLst>
          </p:cNvPr>
          <p:cNvGrpSpPr/>
          <p:nvPr/>
        </p:nvGrpSpPr>
        <p:grpSpPr>
          <a:xfrm>
            <a:off x="1166946" y="2279469"/>
            <a:ext cx="3953692" cy="2299061"/>
            <a:chOff x="1166946" y="2279469"/>
            <a:chExt cx="3953692" cy="2299061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25355B-B3C6-EC3C-F01D-7C3CEA9CEADA}"/>
                </a:ext>
              </a:extLst>
            </p:cNvPr>
            <p:cNvSpPr/>
            <p:nvPr/>
          </p:nvSpPr>
          <p:spPr>
            <a:xfrm>
              <a:off x="1166946" y="2279469"/>
              <a:ext cx="3953692" cy="229906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A805A40-1D53-3028-7223-78272D085C35}"/>
                </a:ext>
              </a:extLst>
            </p:cNvPr>
            <p:cNvSpPr/>
            <p:nvPr/>
          </p:nvSpPr>
          <p:spPr>
            <a:xfrm>
              <a:off x="1439077" y="2509365"/>
              <a:ext cx="1888915" cy="646331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91440" tIns="45720" rIns="91440" bIns="45720">
              <a:spAutoFit/>
            </a:bodyPr>
            <a:lstStyle/>
            <a:p>
              <a:r>
                <a:rPr lang="en-US" sz="36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Border</a:t>
              </a:r>
            </a:p>
          </p:txBody>
        </p:sp>
        <p:sp>
          <p:nvSpPr>
            <p:cNvPr id="12" name="Rectangle 11">
              <a:extLst>
                <a:ext uri="{FF2B5EF4-FFF2-40B4-BE49-F238E27FC236}">
                  <a16:creationId xmlns:a16="http://schemas.microsoft.com/office/drawing/2014/main" id="{4EFB6522-8BFC-AA50-B92A-72178366D6E5}"/>
                </a:ext>
              </a:extLst>
            </p:cNvPr>
            <p:cNvSpPr/>
            <p:nvPr/>
          </p:nvSpPr>
          <p:spPr>
            <a:xfrm>
              <a:off x="2386485" y="3797320"/>
              <a:ext cx="2559990" cy="646331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36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Protocol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7FB9571-7895-006B-76E1-BBABB94878D8}"/>
                </a:ext>
              </a:extLst>
            </p:cNvPr>
            <p:cNvSpPr/>
            <p:nvPr/>
          </p:nvSpPr>
          <p:spPr>
            <a:xfrm>
              <a:off x="2018001" y="3150720"/>
              <a:ext cx="2402966" cy="646331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6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Gateway</a:t>
              </a:r>
            </a:p>
          </p:txBody>
        </p:sp>
      </p:grpSp>
      <p:grpSp>
        <p:nvGrpSpPr>
          <p:cNvPr id="4" name="Group 3">
            <a:extLst>
              <a:ext uri="{FF2B5EF4-FFF2-40B4-BE49-F238E27FC236}">
                <a16:creationId xmlns:a16="http://schemas.microsoft.com/office/drawing/2014/main" id="{4F4D8652-C3D3-396F-1C29-0875260091B0}"/>
              </a:ext>
            </a:extLst>
          </p:cNvPr>
          <p:cNvGrpSpPr/>
          <p:nvPr/>
        </p:nvGrpSpPr>
        <p:grpSpPr>
          <a:xfrm>
            <a:off x="5220765" y="2279469"/>
            <a:ext cx="3953692" cy="2299061"/>
            <a:chOff x="1166946" y="2279469"/>
            <a:chExt cx="3953692" cy="2299061"/>
          </a:xfrm>
        </p:grpSpPr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47841A83-B97C-176F-5B55-6E67FDE2DEEF}"/>
                </a:ext>
              </a:extLst>
            </p:cNvPr>
            <p:cNvSpPr/>
            <p:nvPr/>
          </p:nvSpPr>
          <p:spPr>
            <a:xfrm>
              <a:off x="1166946" y="2279469"/>
              <a:ext cx="3953692" cy="229906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AB27D9AE-ED1B-0E1F-98DC-002DF5FC3023}"/>
                </a:ext>
              </a:extLst>
            </p:cNvPr>
            <p:cNvSpPr/>
            <p:nvPr/>
          </p:nvSpPr>
          <p:spPr>
            <a:xfrm>
              <a:off x="1498760" y="2561619"/>
              <a:ext cx="3336170" cy="615553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34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VXLAN-EVPN</a:t>
              </a:r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EA2C5640-752F-17A7-7448-AEEDBB9098F8}"/>
                </a:ext>
              </a:extLst>
            </p:cNvPr>
            <p:cNvSpPr/>
            <p:nvPr/>
          </p:nvSpPr>
          <p:spPr>
            <a:xfrm>
              <a:off x="1498761" y="3869327"/>
              <a:ext cx="3447714" cy="52322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8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DATA CENTERS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F28B48B9-4FEA-2EB9-D2BB-D2922D628904}"/>
                </a:ext>
              </a:extLst>
            </p:cNvPr>
            <p:cNvSpPr/>
            <p:nvPr/>
          </p:nvSpPr>
          <p:spPr>
            <a:xfrm>
              <a:off x="2701203" y="3288062"/>
              <a:ext cx="885178" cy="46166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24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FOR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72349034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57F076FC-B494-8A67-5DBD-00739887F08D}"/>
              </a:ext>
            </a:extLst>
          </p:cNvPr>
          <p:cNvGrpSpPr/>
          <p:nvPr/>
        </p:nvGrpSpPr>
        <p:grpSpPr>
          <a:xfrm>
            <a:off x="1166946" y="2279469"/>
            <a:ext cx="3953692" cy="2299061"/>
            <a:chOff x="1166946" y="2279469"/>
            <a:chExt cx="3953692" cy="2299061"/>
          </a:xfrm>
        </p:grpSpPr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0425355B-B3C6-EC3C-F01D-7C3CEA9CEADA}"/>
                </a:ext>
              </a:extLst>
            </p:cNvPr>
            <p:cNvSpPr/>
            <p:nvPr/>
          </p:nvSpPr>
          <p:spPr>
            <a:xfrm>
              <a:off x="1166946" y="2279469"/>
              <a:ext cx="3953692" cy="229906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A805A40-1D53-3028-7223-78272D085C35}"/>
                </a:ext>
              </a:extLst>
            </p:cNvPr>
            <p:cNvSpPr/>
            <p:nvPr/>
          </p:nvSpPr>
          <p:spPr>
            <a:xfrm>
              <a:off x="1734592" y="2485621"/>
              <a:ext cx="2818400" cy="738664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2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SR-MPLS</a:t>
              </a:r>
            </a:p>
          </p:txBody>
        </p:sp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77FB9571-7895-006B-76E1-BBABB94878D8}"/>
                </a:ext>
              </a:extLst>
            </p:cNvPr>
            <p:cNvSpPr/>
            <p:nvPr/>
          </p:nvSpPr>
          <p:spPr>
            <a:xfrm>
              <a:off x="1280160" y="3182860"/>
              <a:ext cx="3726394" cy="138499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8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Segment Routing with MPLS Data Plane</a:t>
              </a:r>
            </a:p>
          </p:txBody>
        </p:sp>
      </p:grpSp>
      <p:grpSp>
        <p:nvGrpSpPr>
          <p:cNvPr id="5" name="Group 4">
            <a:extLst>
              <a:ext uri="{FF2B5EF4-FFF2-40B4-BE49-F238E27FC236}">
                <a16:creationId xmlns:a16="http://schemas.microsoft.com/office/drawing/2014/main" id="{2C11A246-5EEA-FCB5-5360-40846D12B81F}"/>
              </a:ext>
            </a:extLst>
          </p:cNvPr>
          <p:cNvGrpSpPr/>
          <p:nvPr/>
        </p:nvGrpSpPr>
        <p:grpSpPr>
          <a:xfrm>
            <a:off x="5251265" y="2279469"/>
            <a:ext cx="3953692" cy="2299061"/>
            <a:chOff x="1166946" y="2279469"/>
            <a:chExt cx="3953692" cy="2299061"/>
          </a:xfrm>
        </p:grpSpPr>
        <p:sp>
          <p:nvSpPr>
            <p:cNvPr id="7" name="Rectangle 6">
              <a:extLst>
                <a:ext uri="{FF2B5EF4-FFF2-40B4-BE49-F238E27FC236}">
                  <a16:creationId xmlns:a16="http://schemas.microsoft.com/office/drawing/2014/main" id="{FB41AD61-2546-D21D-33CF-78193CEA6A25}"/>
                </a:ext>
              </a:extLst>
            </p:cNvPr>
            <p:cNvSpPr/>
            <p:nvPr/>
          </p:nvSpPr>
          <p:spPr>
            <a:xfrm>
              <a:off x="1166946" y="2279469"/>
              <a:ext cx="3953692" cy="229906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26017ADD-D306-0B22-C2CF-B0FDC697CDEB}"/>
                </a:ext>
              </a:extLst>
            </p:cNvPr>
            <p:cNvSpPr/>
            <p:nvPr/>
          </p:nvSpPr>
          <p:spPr>
            <a:xfrm>
              <a:off x="2303659" y="2473429"/>
              <a:ext cx="1680267" cy="738664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none" lIns="91440" tIns="45720" rIns="91440" bIns="45720">
              <a:spAutoFit/>
            </a:bodyPr>
            <a:lstStyle/>
            <a:p>
              <a:pPr algn="ctr"/>
              <a:r>
                <a:rPr lang="en-US" sz="42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SRv6</a:t>
              </a:r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944A8DD5-2C78-3691-4BF0-E46EB4615425}"/>
                </a:ext>
              </a:extLst>
            </p:cNvPr>
            <p:cNvSpPr/>
            <p:nvPr/>
          </p:nvSpPr>
          <p:spPr>
            <a:xfrm>
              <a:off x="1267969" y="3170668"/>
              <a:ext cx="3726394" cy="1384995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8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Segment Routing with IPv6 Data Plane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6433261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7AD54D16-E77E-4848-34B8-E4F2EC75EBBD}"/>
              </a:ext>
            </a:extLst>
          </p:cNvPr>
          <p:cNvGrpSpPr/>
          <p:nvPr/>
        </p:nvGrpSpPr>
        <p:grpSpPr>
          <a:xfrm>
            <a:off x="6932334" y="3662511"/>
            <a:ext cx="3953692" cy="2299061"/>
            <a:chOff x="775061" y="2917371"/>
            <a:chExt cx="3953692" cy="2299061"/>
          </a:xfrm>
        </p:grpSpPr>
        <p:sp>
          <p:nvSpPr>
            <p:cNvPr id="3" name="Rectangle 2">
              <a:extLst>
                <a:ext uri="{FF2B5EF4-FFF2-40B4-BE49-F238E27FC236}">
                  <a16:creationId xmlns:a16="http://schemas.microsoft.com/office/drawing/2014/main" id="{EA2A287B-C395-0451-383A-6C90FF4A3AB7}"/>
                </a:ext>
              </a:extLst>
            </p:cNvPr>
            <p:cNvSpPr/>
            <p:nvPr/>
          </p:nvSpPr>
          <p:spPr>
            <a:xfrm>
              <a:off x="775061" y="2917371"/>
              <a:ext cx="3953692" cy="2299061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4" name="Rectangle 3">
              <a:extLst>
                <a:ext uri="{FF2B5EF4-FFF2-40B4-BE49-F238E27FC236}">
                  <a16:creationId xmlns:a16="http://schemas.microsoft.com/office/drawing/2014/main" id="{20AD644C-17E1-D371-AD93-5F1993EFD98D}"/>
                </a:ext>
              </a:extLst>
            </p:cNvPr>
            <p:cNvSpPr/>
            <p:nvPr/>
          </p:nvSpPr>
          <p:spPr>
            <a:xfrm>
              <a:off x="1086821" y="3072626"/>
              <a:ext cx="3326673" cy="769441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r>
                <a:rPr lang="en-US" sz="44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AI</a:t>
              </a:r>
              <a:r>
                <a:rPr lang="en-US" sz="24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&amp;</a:t>
              </a:r>
              <a:r>
                <a:rPr lang="en-US" sz="44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ML</a:t>
              </a:r>
            </a:p>
          </p:txBody>
        </p:sp>
        <p:sp>
          <p:nvSpPr>
            <p:cNvPr id="5" name="Rectangle 4">
              <a:extLst>
                <a:ext uri="{FF2B5EF4-FFF2-40B4-BE49-F238E27FC236}">
                  <a16:creationId xmlns:a16="http://schemas.microsoft.com/office/drawing/2014/main" id="{3828A9AD-CD67-C832-809D-E5A82C014542}"/>
                </a:ext>
              </a:extLst>
            </p:cNvPr>
            <p:cNvSpPr/>
            <p:nvPr/>
          </p:nvSpPr>
          <p:spPr>
            <a:xfrm>
              <a:off x="1086822" y="3799491"/>
              <a:ext cx="1227836" cy="369332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r>
                <a:rPr lang="en-US" b="0" cap="none" spc="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FOR</a:t>
              </a:r>
            </a:p>
          </p:txBody>
        </p:sp>
        <p:sp>
          <p:nvSpPr>
            <p:cNvPr id="6" name="Rectangle 5">
              <a:extLst>
                <a:ext uri="{FF2B5EF4-FFF2-40B4-BE49-F238E27FC236}">
                  <a16:creationId xmlns:a16="http://schemas.microsoft.com/office/drawing/2014/main" id="{EBDDC6BE-0D9A-04DC-C7D0-71FBD0DAE814}"/>
                </a:ext>
              </a:extLst>
            </p:cNvPr>
            <p:cNvSpPr/>
            <p:nvPr/>
          </p:nvSpPr>
          <p:spPr>
            <a:xfrm>
              <a:off x="1088573" y="4164765"/>
              <a:ext cx="3326673" cy="954107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r>
                <a:rPr lang="en-US" sz="28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NETWORK</a:t>
              </a:r>
            </a:p>
            <a:p>
              <a:pPr algn="r"/>
              <a:r>
                <a:rPr lang="en-US" sz="2800" dirty="0">
                  <a:ln w="0"/>
                  <a:solidFill>
                    <a:schemeClr val="bg1">
                      <a:lumMod val="8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  ENGINEERS</a:t>
              </a:r>
            </a:p>
          </p:txBody>
        </p:sp>
      </p:grpSp>
      <p:grpSp>
        <p:nvGrpSpPr>
          <p:cNvPr id="7" name="Group 6">
            <a:extLst>
              <a:ext uri="{FF2B5EF4-FFF2-40B4-BE49-F238E27FC236}">
                <a16:creationId xmlns:a16="http://schemas.microsoft.com/office/drawing/2014/main" id="{D8654A52-24A3-6766-3C47-9C95DAD52068}"/>
              </a:ext>
            </a:extLst>
          </p:cNvPr>
          <p:cNvGrpSpPr/>
          <p:nvPr/>
        </p:nvGrpSpPr>
        <p:grpSpPr>
          <a:xfrm>
            <a:off x="1305974" y="3865693"/>
            <a:ext cx="5094826" cy="1516203"/>
            <a:chOff x="1305974" y="3865693"/>
            <a:chExt cx="5094826" cy="1516203"/>
          </a:xfrm>
        </p:grpSpPr>
        <p:sp>
          <p:nvSpPr>
            <p:cNvPr id="8" name="Rectangle 7">
              <a:extLst>
                <a:ext uri="{FF2B5EF4-FFF2-40B4-BE49-F238E27FC236}">
                  <a16:creationId xmlns:a16="http://schemas.microsoft.com/office/drawing/2014/main" id="{3BF65618-8429-D3D0-9691-10F262DCB3C9}"/>
                </a:ext>
              </a:extLst>
            </p:cNvPr>
            <p:cNvSpPr/>
            <p:nvPr/>
          </p:nvSpPr>
          <p:spPr>
            <a:xfrm>
              <a:off x="1305974" y="3865693"/>
              <a:ext cx="5094826" cy="1516203"/>
            </a:xfrm>
            <a:prstGeom prst="rect">
              <a:avLst/>
            </a:prstGeom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AU"/>
            </a:p>
          </p:txBody>
        </p:sp>
        <p:sp>
          <p:nvSpPr>
            <p:cNvPr id="9" name="Rectangle 8">
              <a:extLst>
                <a:ext uri="{FF2B5EF4-FFF2-40B4-BE49-F238E27FC236}">
                  <a16:creationId xmlns:a16="http://schemas.microsoft.com/office/drawing/2014/main" id="{4E76719A-9F7C-FD5F-29D9-1AA85C9FFF62}"/>
                </a:ext>
              </a:extLst>
            </p:cNvPr>
            <p:cNvSpPr/>
            <p:nvPr/>
          </p:nvSpPr>
          <p:spPr>
            <a:xfrm>
              <a:off x="1586927" y="3933863"/>
              <a:ext cx="2478974" cy="769441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r>
                <a:rPr lang="en-US" sz="4400" dirty="0">
                  <a:ln w="0"/>
                  <a:solidFill>
                    <a:schemeClr val="bg1">
                      <a:lumMod val="7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AI</a:t>
              </a:r>
              <a:r>
                <a:rPr lang="en-US" sz="2400" dirty="0">
                  <a:ln w="0"/>
                  <a:solidFill>
                    <a:schemeClr val="bg1">
                      <a:lumMod val="7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&amp;</a:t>
              </a:r>
              <a:r>
                <a:rPr lang="en-US" sz="4400" dirty="0">
                  <a:ln w="0"/>
                  <a:solidFill>
                    <a:schemeClr val="bg1">
                      <a:lumMod val="7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ML</a:t>
              </a:r>
            </a:p>
          </p:txBody>
        </p:sp>
        <p:sp>
          <p:nvSpPr>
            <p:cNvPr id="10" name="Rectangle 9">
              <a:extLst>
                <a:ext uri="{FF2B5EF4-FFF2-40B4-BE49-F238E27FC236}">
                  <a16:creationId xmlns:a16="http://schemas.microsoft.com/office/drawing/2014/main" id="{159C44B4-D5E9-5C80-508F-24B551CCD290}"/>
                </a:ext>
              </a:extLst>
            </p:cNvPr>
            <p:cNvSpPr/>
            <p:nvPr/>
          </p:nvSpPr>
          <p:spPr>
            <a:xfrm>
              <a:off x="3663008" y="4230340"/>
              <a:ext cx="2444667" cy="400110"/>
            </a:xfrm>
            <a:prstGeom prst="rect">
              <a:avLst/>
            </a:prstGeom>
            <a:noFill/>
          </p:spPr>
          <p:txBody>
            <a:bodyPr wrap="square" lIns="91440" tIns="45720" rIns="91440" bIns="45720">
              <a:spAutoFit/>
            </a:bodyPr>
            <a:lstStyle/>
            <a:p>
              <a:r>
                <a:rPr lang="en-US" sz="2000" b="0" cap="none" spc="0" dirty="0">
                  <a:ln w="0"/>
                  <a:solidFill>
                    <a:schemeClr val="bg1">
                      <a:lumMod val="7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FOR</a:t>
              </a:r>
            </a:p>
          </p:txBody>
        </p:sp>
        <p:sp>
          <p:nvSpPr>
            <p:cNvPr id="11" name="Rectangle 10">
              <a:extLst>
                <a:ext uri="{FF2B5EF4-FFF2-40B4-BE49-F238E27FC236}">
                  <a16:creationId xmlns:a16="http://schemas.microsoft.com/office/drawing/2014/main" id="{01F94B76-B377-181D-0718-6298AC9A7DDA}"/>
                </a:ext>
              </a:extLst>
            </p:cNvPr>
            <p:cNvSpPr/>
            <p:nvPr/>
          </p:nvSpPr>
          <p:spPr>
            <a:xfrm>
              <a:off x="1548065" y="4709578"/>
              <a:ext cx="4676812" cy="523220"/>
            </a:xfrm>
            <a:prstGeom prst="rect">
              <a:avLst/>
            </a:prstGeom>
            <a:noFill/>
            <a:ln>
              <a:noFill/>
            </a:ln>
            <a:effectLst>
              <a:outerShdw blurRad="50800" dist="38100" dir="2700000" algn="tl" rotWithShape="0">
                <a:prstClr val="black">
                  <a:alpha val="40000"/>
                </a:prstClr>
              </a:outerShdw>
            </a:effectLst>
          </p:spPr>
          <p:style>
            <a:lnRef idx="2">
              <a:schemeClr val="dk1"/>
            </a:lnRef>
            <a:fillRef idx="1">
              <a:schemeClr val="lt1"/>
            </a:fillRef>
            <a:effectRef idx="0">
              <a:schemeClr val="dk1"/>
            </a:effectRef>
            <a:fontRef idx="minor">
              <a:schemeClr val="dk1"/>
            </a:fontRef>
          </p:style>
          <p:txBody>
            <a:bodyPr wrap="square" lIns="91440" tIns="45720" rIns="91440" bIns="45720">
              <a:spAutoFit/>
            </a:bodyPr>
            <a:lstStyle/>
            <a:p>
              <a:pPr algn="ctr"/>
              <a:r>
                <a:rPr lang="en-US" sz="2800" dirty="0">
                  <a:ln w="0"/>
                  <a:solidFill>
                    <a:schemeClr val="bg1">
                      <a:lumMod val="75000"/>
                    </a:schemeClr>
                  </a:solidFill>
                  <a:effectLst>
                    <a:outerShdw blurRad="38100" dist="19050" dir="2700000" algn="tl" rotWithShape="0">
                      <a:schemeClr val="dk1">
                        <a:alpha val="40000"/>
                      </a:schemeClr>
                    </a:outerShdw>
                  </a:effectLst>
                  <a:latin typeface="Arial Black" panose="020B0A04020102020204" pitchFamily="34" charset="0"/>
                </a:rPr>
                <a:t>NETWORK ENGINEERS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89719722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</TotalTime>
  <Words>49</Words>
  <Application>Microsoft Office PowerPoint</Application>
  <PresentationFormat>Widescreen</PresentationFormat>
  <Paragraphs>28</Paragraphs>
  <Slides>4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Aptos</vt:lpstr>
      <vt:lpstr>Aptos Display</vt:lpstr>
      <vt:lpstr>Arial</vt:lpstr>
      <vt:lpstr>Arial Black</vt:lpstr>
      <vt:lpstr>Office Theme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Md Abdullah Al Naser</dc:creator>
  <cp:lastModifiedBy>Naser Al Naser</cp:lastModifiedBy>
  <cp:revision>31</cp:revision>
  <dcterms:created xsi:type="dcterms:W3CDTF">2024-07-28T10:24:10Z</dcterms:created>
  <dcterms:modified xsi:type="dcterms:W3CDTF">2026-02-22T05:20:23Z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66ca7b2a-4f6d-4766-806a-1a0c76ea1c59_Enabled">
    <vt:lpwstr>true</vt:lpwstr>
  </property>
  <property fmtid="{D5CDD505-2E9C-101B-9397-08002B2CF9AE}" pid="3" name="MSIP_Label_66ca7b2a-4f6d-4766-806a-1a0c76ea1c59_SetDate">
    <vt:lpwstr>2024-07-28T10:25:08Z</vt:lpwstr>
  </property>
  <property fmtid="{D5CDD505-2E9C-101B-9397-08002B2CF9AE}" pid="4" name="MSIP_Label_66ca7b2a-4f6d-4766-806a-1a0c76ea1c59_Method">
    <vt:lpwstr>Standard</vt:lpwstr>
  </property>
  <property fmtid="{D5CDD505-2E9C-101B-9397-08002B2CF9AE}" pid="5" name="MSIP_Label_66ca7b2a-4f6d-4766-806a-1a0c76ea1c59_Name">
    <vt:lpwstr>Internal</vt:lpwstr>
  </property>
  <property fmtid="{D5CDD505-2E9C-101B-9397-08002B2CF9AE}" pid="6" name="MSIP_Label_66ca7b2a-4f6d-4766-806a-1a0c76ea1c59_SiteId">
    <vt:lpwstr>127d8d0d-7ccf-473d-ab09-6e44ad752ded</vt:lpwstr>
  </property>
  <property fmtid="{D5CDD505-2E9C-101B-9397-08002B2CF9AE}" pid="7" name="MSIP_Label_66ca7b2a-4f6d-4766-806a-1a0c76ea1c59_ActionId">
    <vt:lpwstr>75f048df-5df0-4b14-8386-280e87efb1f8</vt:lpwstr>
  </property>
  <property fmtid="{D5CDD505-2E9C-101B-9397-08002B2CF9AE}" pid="8" name="MSIP_Label_66ca7b2a-4f6d-4766-806a-1a0c76ea1c59_ContentBits">
    <vt:lpwstr>0</vt:lpwstr>
  </property>
</Properties>
</file>