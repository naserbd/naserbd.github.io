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3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E8296-4BF7-998B-660E-17DD7B608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6BEDD-04DF-3941-9566-6F1F79E58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9EEC3-B5C7-9A29-BCF7-CE02587F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99CB2-662B-9BBF-0627-242E2F855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036A7-5B3F-B558-D429-249F36E76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0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AD84-2C02-2172-8EB9-EC331365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F4FFA-7451-3A07-6CB3-E353EAD64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0AEE9-EBA6-A0BE-477D-D2D62E808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A9864-CA73-C1F6-BF7C-8863E7CD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99039-ED7A-C30C-D3C2-24D15BDED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893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4CCF-8620-DD45-5451-223D76D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EB6AA-1703-2114-25D1-BB67EF369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2EF72-2B91-8FF6-D91F-06F7EA182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E7446-E0E2-F09C-27F2-4C27D6EF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5491E-678C-A9AE-91D4-5C653D63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324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07AA-7449-578F-C5BB-63E86B1CC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B0C58-C691-E12F-592D-6916198F8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3E709-E050-8266-023C-8E57D2724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8980E-5775-143E-0070-5333BCAC8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2787D-A613-21CB-7569-7B1AC4D92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96E12-E837-C569-6B35-9C8F9B9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9252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93DCC-93CB-839A-7ED3-762E6961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43717-5DCD-4F0C-533F-D13A13717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97B9A-13C9-1C57-3DAE-5829C9C1C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7EAED6-C7ED-6387-41DD-5D7044DFE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BD2A0-1A3B-7FB3-CC62-B9BE3E1FB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F163BC-E452-7750-0371-F2F0440F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B1FFB4-93A9-1C43-9101-6DBB8124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D50163-C590-CA6F-BC8B-B024BEE9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134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4A2D-30EE-06EA-B2E3-DBF2ADAE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6D465-54C6-CB73-7700-761C3E90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F62BC-0DBF-1C8B-5AC1-0E34CFF15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0EF9D-5D0A-6EE8-D32C-D27B29BC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095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E1B481-6415-6FA3-61CA-09C14CA5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186703-065E-80BE-1AD5-0128E2977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4D28-8ECE-305B-221D-47EC3D54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944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FDFA-03DA-CAB4-4792-6E8B2AE3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DF394-D97A-5B5B-7D72-AE77E520B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590CA-BF03-5EB4-E026-C85641EE8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E6A43-6DAE-ABDF-B7E6-3CC08036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DCF1E-36AB-F51C-1E84-91831BA7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F8892-207F-8158-7E75-E42905E9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12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6720-9D08-5EEB-6A39-8B2E52AC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1BA016-7639-031B-87BD-02D99C1D7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C45BD-17AF-85F8-9CBB-5E74D0E5F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43A12-ACD0-8AB4-374F-EADFA9AA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5D9CC-ADEC-AF9E-0F50-6798E342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BD941-5449-8BB5-73F4-95B36B23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919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0B20-934B-16E6-BCF4-C820AFB8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69E7F-23BB-FF38-76A0-A06EE8E8C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6190C-052D-D52A-5E9A-68355423F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D7599-EF95-B93A-0934-379A78F2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9E606-1665-4430-FA75-41EA6D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68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492A04-E6FF-D36E-0184-1CAB13A5C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C3C3A-267E-444F-001B-F87B0B113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F8C34-4C3C-2DD1-BF73-AEDF2142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C8332-44C8-1F5A-DA02-558B0555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D06F-530C-4FCF-197B-0BDB55CA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56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1DC7D2-7122-EB40-4FDE-AE50BD446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15E31-58A3-DE7B-B888-E8D68075F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12232-FB57-C9D8-2A69-08503D605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91461-C6EA-4276-8BAF-69066A4B608C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CC3CA-D9DF-C590-2BCF-87C229B21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FDABA-C825-0DD4-FC01-F9ABFFDB2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A341E-7C50-49F2-9536-D9B2ECE7D7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8545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A9FC1-15DA-1AD3-1987-2807012A3D17}"/>
              </a:ext>
            </a:extLst>
          </p:cNvPr>
          <p:cNvGrpSpPr/>
          <p:nvPr/>
        </p:nvGrpSpPr>
        <p:grpSpPr>
          <a:xfrm>
            <a:off x="1236305" y="996219"/>
            <a:ext cx="3953692" cy="2299061"/>
            <a:chOff x="775061" y="2917371"/>
            <a:chExt cx="3953692" cy="229906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25355B-B3C6-EC3C-F01D-7C3CEA9CEADA}"/>
                </a:ext>
              </a:extLst>
            </p:cNvPr>
            <p:cNvSpPr/>
            <p:nvPr/>
          </p:nvSpPr>
          <p:spPr>
            <a:xfrm>
              <a:off x="775061" y="2917371"/>
              <a:ext cx="3953692" cy="22990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A805A40-1D53-3028-7223-78272D085C35}"/>
                </a:ext>
              </a:extLst>
            </p:cNvPr>
            <p:cNvSpPr/>
            <p:nvPr/>
          </p:nvSpPr>
          <p:spPr>
            <a:xfrm>
              <a:off x="1053957" y="3072626"/>
              <a:ext cx="2847253" cy="76944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PYTHON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00BE27-BDF4-1234-D6C3-9C30FC26B797}"/>
                </a:ext>
              </a:extLst>
            </p:cNvPr>
            <p:cNvSpPr/>
            <p:nvPr/>
          </p:nvSpPr>
          <p:spPr>
            <a:xfrm>
              <a:off x="1086821" y="3799491"/>
              <a:ext cx="1745221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b="0" cap="none" spc="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BASICS FOR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FB6522-8BFC-AA50-B92A-72178366D6E5}"/>
                </a:ext>
              </a:extLst>
            </p:cNvPr>
            <p:cNvSpPr/>
            <p:nvPr/>
          </p:nvSpPr>
          <p:spPr>
            <a:xfrm>
              <a:off x="1088573" y="4164765"/>
              <a:ext cx="3326673" cy="95410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r>
                <a:rPr lang="en-US" sz="28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NETWORK</a:t>
              </a:r>
            </a:p>
            <a:p>
              <a:pPr algn="r"/>
              <a:r>
                <a:rPr lang="en-US" sz="28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 ENGNEERS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F076FC-B494-8A67-5DBD-00739887F08D}"/>
              </a:ext>
            </a:extLst>
          </p:cNvPr>
          <p:cNvGrpSpPr/>
          <p:nvPr/>
        </p:nvGrpSpPr>
        <p:grpSpPr>
          <a:xfrm>
            <a:off x="5329650" y="996219"/>
            <a:ext cx="3953692" cy="2299061"/>
            <a:chOff x="1166946" y="2279469"/>
            <a:chExt cx="3953692" cy="229906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425355B-B3C6-EC3C-F01D-7C3CEA9CEADA}"/>
                </a:ext>
              </a:extLst>
            </p:cNvPr>
            <p:cNvSpPr/>
            <p:nvPr/>
          </p:nvSpPr>
          <p:spPr>
            <a:xfrm>
              <a:off x="1166946" y="2279469"/>
              <a:ext cx="3953692" cy="22990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A805A40-1D53-3028-7223-78272D085C35}"/>
                </a:ext>
              </a:extLst>
            </p:cNvPr>
            <p:cNvSpPr/>
            <p:nvPr/>
          </p:nvSpPr>
          <p:spPr>
            <a:xfrm>
              <a:off x="1395544" y="2429264"/>
              <a:ext cx="3470373" cy="1138773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4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NETWORK</a:t>
              </a:r>
            </a:p>
            <a:p>
              <a:pPr algn="ctr"/>
              <a:r>
                <a:rPr lang="en-US" sz="34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AUTOMATION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A00BE27-BDF4-1234-D6C3-9C30FC26B797}"/>
                </a:ext>
              </a:extLst>
            </p:cNvPr>
            <p:cNvSpPr/>
            <p:nvPr/>
          </p:nvSpPr>
          <p:spPr>
            <a:xfrm>
              <a:off x="2660891" y="3554378"/>
              <a:ext cx="93968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000" b="0" cap="none" spc="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WITH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EFB6522-8BFC-AA50-B92A-72178366D6E5}"/>
                </a:ext>
              </a:extLst>
            </p:cNvPr>
            <p:cNvSpPr/>
            <p:nvPr/>
          </p:nvSpPr>
          <p:spPr>
            <a:xfrm>
              <a:off x="1433185" y="3935268"/>
              <a:ext cx="3421213" cy="52322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8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PYTHON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862EFFF-8F10-E875-3CA2-B0E8C5441905}"/>
              </a:ext>
            </a:extLst>
          </p:cNvPr>
          <p:cNvGrpSpPr/>
          <p:nvPr/>
        </p:nvGrpSpPr>
        <p:grpSpPr>
          <a:xfrm>
            <a:off x="1305974" y="3865693"/>
            <a:ext cx="5094826" cy="1516203"/>
            <a:chOff x="1305974" y="3865693"/>
            <a:chExt cx="5094826" cy="151620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116DA47-6C9C-26AE-201A-61BFAD8E8E58}"/>
                </a:ext>
              </a:extLst>
            </p:cNvPr>
            <p:cNvSpPr/>
            <p:nvPr/>
          </p:nvSpPr>
          <p:spPr>
            <a:xfrm>
              <a:off x="1305974" y="3865693"/>
              <a:ext cx="5094826" cy="1516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F93E239-3FEB-7F42-33BA-1C1CE59FFBF0}"/>
                </a:ext>
              </a:extLst>
            </p:cNvPr>
            <p:cNvSpPr/>
            <p:nvPr/>
          </p:nvSpPr>
          <p:spPr>
            <a:xfrm>
              <a:off x="1515201" y="3933863"/>
              <a:ext cx="2847253" cy="76944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dirty="0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PYTHON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8F92653-7048-F4B9-9FB6-3E5B144B1F60}"/>
                </a:ext>
              </a:extLst>
            </p:cNvPr>
            <p:cNvSpPr/>
            <p:nvPr/>
          </p:nvSpPr>
          <p:spPr>
            <a:xfrm>
              <a:off x="4362454" y="4230340"/>
              <a:ext cx="1745221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b="0" cap="none" spc="0" dirty="0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BASICS FOR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2C692AC-14AB-FE6E-BA49-1644AEF6A82F}"/>
                </a:ext>
              </a:extLst>
            </p:cNvPr>
            <p:cNvSpPr/>
            <p:nvPr/>
          </p:nvSpPr>
          <p:spPr>
            <a:xfrm>
              <a:off x="1548065" y="4709578"/>
              <a:ext cx="4676812" cy="52322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800" dirty="0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NETWORK ENGNEERS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69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076FC-B494-8A67-5DBD-00739887F08D}"/>
              </a:ext>
            </a:extLst>
          </p:cNvPr>
          <p:cNvGrpSpPr/>
          <p:nvPr/>
        </p:nvGrpSpPr>
        <p:grpSpPr>
          <a:xfrm>
            <a:off x="1166946" y="2279469"/>
            <a:ext cx="3953692" cy="2299061"/>
            <a:chOff x="1166946" y="2279469"/>
            <a:chExt cx="3953692" cy="229906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25355B-B3C6-EC3C-F01D-7C3CEA9CEADA}"/>
                </a:ext>
              </a:extLst>
            </p:cNvPr>
            <p:cNvSpPr/>
            <p:nvPr/>
          </p:nvSpPr>
          <p:spPr>
            <a:xfrm>
              <a:off x="1166946" y="2279469"/>
              <a:ext cx="3953692" cy="22990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A805A40-1D53-3028-7223-78272D085C35}"/>
                </a:ext>
              </a:extLst>
            </p:cNvPr>
            <p:cNvSpPr/>
            <p:nvPr/>
          </p:nvSpPr>
          <p:spPr>
            <a:xfrm>
              <a:off x="1439077" y="2509365"/>
              <a:ext cx="1888915" cy="64633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r>
                <a:rPr lang="en-US" sz="36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Border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FB6522-8BFC-AA50-B92A-72178366D6E5}"/>
                </a:ext>
              </a:extLst>
            </p:cNvPr>
            <p:cNvSpPr/>
            <p:nvPr/>
          </p:nvSpPr>
          <p:spPr>
            <a:xfrm>
              <a:off x="2386485" y="3797320"/>
              <a:ext cx="2559990" cy="64633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6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Protocol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7FB9571-7895-006B-76E1-BBABB94878D8}"/>
                </a:ext>
              </a:extLst>
            </p:cNvPr>
            <p:cNvSpPr/>
            <p:nvPr/>
          </p:nvSpPr>
          <p:spPr>
            <a:xfrm>
              <a:off x="2018001" y="3150720"/>
              <a:ext cx="2402966" cy="64633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6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Gateway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F4D8652-C3D3-396F-1C29-0875260091B0}"/>
              </a:ext>
            </a:extLst>
          </p:cNvPr>
          <p:cNvGrpSpPr/>
          <p:nvPr/>
        </p:nvGrpSpPr>
        <p:grpSpPr>
          <a:xfrm>
            <a:off x="5220765" y="2279469"/>
            <a:ext cx="3953692" cy="2299061"/>
            <a:chOff x="1166946" y="2279469"/>
            <a:chExt cx="3953692" cy="229906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7841A83-B97C-176F-5B55-6E67FDE2DEEF}"/>
                </a:ext>
              </a:extLst>
            </p:cNvPr>
            <p:cNvSpPr/>
            <p:nvPr/>
          </p:nvSpPr>
          <p:spPr>
            <a:xfrm>
              <a:off x="1166946" y="2279469"/>
              <a:ext cx="3953692" cy="22990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27D9AE-ED1B-0E1F-98DC-002DF5FC3023}"/>
                </a:ext>
              </a:extLst>
            </p:cNvPr>
            <p:cNvSpPr/>
            <p:nvPr/>
          </p:nvSpPr>
          <p:spPr>
            <a:xfrm>
              <a:off x="1498760" y="2561619"/>
              <a:ext cx="3336170" cy="615553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4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VXLAN-EVPN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A2C5640-752F-17A7-7448-AEEDBB9098F8}"/>
                </a:ext>
              </a:extLst>
            </p:cNvPr>
            <p:cNvSpPr/>
            <p:nvPr/>
          </p:nvSpPr>
          <p:spPr>
            <a:xfrm>
              <a:off x="1498761" y="3869327"/>
              <a:ext cx="3447714" cy="52322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8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DATA CENTERS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8B48B9-4FEA-2EB9-D2BB-D2922D628904}"/>
                </a:ext>
              </a:extLst>
            </p:cNvPr>
            <p:cNvSpPr/>
            <p:nvPr/>
          </p:nvSpPr>
          <p:spPr>
            <a:xfrm>
              <a:off x="2701203" y="3288062"/>
              <a:ext cx="885178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FOR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349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076FC-B494-8A67-5DBD-00739887F08D}"/>
              </a:ext>
            </a:extLst>
          </p:cNvPr>
          <p:cNvGrpSpPr/>
          <p:nvPr/>
        </p:nvGrpSpPr>
        <p:grpSpPr>
          <a:xfrm>
            <a:off x="1166946" y="2279469"/>
            <a:ext cx="3953692" cy="2299061"/>
            <a:chOff x="1166946" y="2279469"/>
            <a:chExt cx="3953692" cy="229906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25355B-B3C6-EC3C-F01D-7C3CEA9CEADA}"/>
                </a:ext>
              </a:extLst>
            </p:cNvPr>
            <p:cNvSpPr/>
            <p:nvPr/>
          </p:nvSpPr>
          <p:spPr>
            <a:xfrm>
              <a:off x="1166946" y="2279469"/>
              <a:ext cx="3953692" cy="22990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A805A40-1D53-3028-7223-78272D085C35}"/>
                </a:ext>
              </a:extLst>
            </p:cNvPr>
            <p:cNvSpPr/>
            <p:nvPr/>
          </p:nvSpPr>
          <p:spPr>
            <a:xfrm>
              <a:off x="1734592" y="2485621"/>
              <a:ext cx="2818400" cy="73866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2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SR-MPLS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7FB9571-7895-006B-76E1-BBABB94878D8}"/>
                </a:ext>
              </a:extLst>
            </p:cNvPr>
            <p:cNvSpPr/>
            <p:nvPr/>
          </p:nvSpPr>
          <p:spPr>
            <a:xfrm>
              <a:off x="1280160" y="3182860"/>
              <a:ext cx="3726394" cy="138499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8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Segment Routing with MPLS Data Plane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C11A246-5EEA-FCB5-5360-40846D12B81F}"/>
              </a:ext>
            </a:extLst>
          </p:cNvPr>
          <p:cNvGrpSpPr/>
          <p:nvPr/>
        </p:nvGrpSpPr>
        <p:grpSpPr>
          <a:xfrm>
            <a:off x="5251265" y="2279469"/>
            <a:ext cx="3953692" cy="2299061"/>
            <a:chOff x="1166946" y="2279469"/>
            <a:chExt cx="3953692" cy="229906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41AD61-2546-D21D-33CF-78193CEA6A25}"/>
                </a:ext>
              </a:extLst>
            </p:cNvPr>
            <p:cNvSpPr/>
            <p:nvPr/>
          </p:nvSpPr>
          <p:spPr>
            <a:xfrm>
              <a:off x="1166946" y="2279469"/>
              <a:ext cx="3953692" cy="22990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017ADD-D306-0B22-C2CF-B0FDC697CDEB}"/>
                </a:ext>
              </a:extLst>
            </p:cNvPr>
            <p:cNvSpPr/>
            <p:nvPr/>
          </p:nvSpPr>
          <p:spPr>
            <a:xfrm>
              <a:off x="2303659" y="2473429"/>
              <a:ext cx="1680267" cy="73866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2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SRv6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4A8DD5-2C78-3691-4BF0-E46EB4615425}"/>
                </a:ext>
              </a:extLst>
            </p:cNvPr>
            <p:cNvSpPr/>
            <p:nvPr/>
          </p:nvSpPr>
          <p:spPr>
            <a:xfrm>
              <a:off x="1267969" y="3170668"/>
              <a:ext cx="3726394" cy="138499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8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Segment Routing with IPv6 Data Plane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326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AD54D16-E77E-4848-34B8-E4F2EC75EBBD}"/>
              </a:ext>
            </a:extLst>
          </p:cNvPr>
          <p:cNvGrpSpPr/>
          <p:nvPr/>
        </p:nvGrpSpPr>
        <p:grpSpPr>
          <a:xfrm>
            <a:off x="6947119" y="4423275"/>
            <a:ext cx="3953692" cy="2299061"/>
            <a:chOff x="775061" y="2917371"/>
            <a:chExt cx="3953692" cy="229906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2A287B-C395-0451-383A-6C90FF4A3AB7}"/>
                </a:ext>
              </a:extLst>
            </p:cNvPr>
            <p:cNvSpPr/>
            <p:nvPr/>
          </p:nvSpPr>
          <p:spPr>
            <a:xfrm>
              <a:off x="775061" y="2917371"/>
              <a:ext cx="3953692" cy="22990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AD644C-17E1-D371-AD93-5F1993EFD98D}"/>
                </a:ext>
              </a:extLst>
            </p:cNvPr>
            <p:cNvSpPr/>
            <p:nvPr/>
          </p:nvSpPr>
          <p:spPr>
            <a:xfrm>
              <a:off x="1086821" y="3072626"/>
              <a:ext cx="3326673" cy="76944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r>
                <a:rPr lang="en-US" sz="44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AI</a:t>
              </a:r>
              <a:r>
                <a:rPr lang="en-US" sz="24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&amp;</a:t>
              </a:r>
              <a:r>
                <a:rPr lang="en-US" sz="44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ML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28A9AD-CD67-C832-809D-E5A82C014542}"/>
                </a:ext>
              </a:extLst>
            </p:cNvPr>
            <p:cNvSpPr/>
            <p:nvPr/>
          </p:nvSpPr>
          <p:spPr>
            <a:xfrm>
              <a:off x="1086822" y="3799491"/>
              <a:ext cx="1227836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b="0" cap="none" spc="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FOR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DDC6BE-0D9A-04DC-C7D0-71FBD0DAE814}"/>
                </a:ext>
              </a:extLst>
            </p:cNvPr>
            <p:cNvSpPr/>
            <p:nvPr/>
          </p:nvSpPr>
          <p:spPr>
            <a:xfrm>
              <a:off x="1088573" y="4164765"/>
              <a:ext cx="3326673" cy="95410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r>
                <a:rPr lang="en-US" sz="28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NETWORK</a:t>
              </a:r>
            </a:p>
            <a:p>
              <a:pPr algn="r"/>
              <a:r>
                <a:rPr lang="en-US" sz="28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  ENGINEERS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8654A52-24A3-6766-3C47-9C95DAD52068}"/>
              </a:ext>
            </a:extLst>
          </p:cNvPr>
          <p:cNvGrpSpPr/>
          <p:nvPr/>
        </p:nvGrpSpPr>
        <p:grpSpPr>
          <a:xfrm>
            <a:off x="199603" y="5147638"/>
            <a:ext cx="5094826" cy="1516203"/>
            <a:chOff x="1305974" y="3865693"/>
            <a:chExt cx="5094826" cy="151620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BF65618-8429-D3D0-9691-10F262DCB3C9}"/>
                </a:ext>
              </a:extLst>
            </p:cNvPr>
            <p:cNvSpPr/>
            <p:nvPr/>
          </p:nvSpPr>
          <p:spPr>
            <a:xfrm>
              <a:off x="1305974" y="3865693"/>
              <a:ext cx="5094826" cy="1516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76719A-9F7C-FD5F-29D9-1AA85C9FFF62}"/>
                </a:ext>
              </a:extLst>
            </p:cNvPr>
            <p:cNvSpPr/>
            <p:nvPr/>
          </p:nvSpPr>
          <p:spPr>
            <a:xfrm>
              <a:off x="1586927" y="3933863"/>
              <a:ext cx="2478974" cy="76944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r>
                <a:rPr lang="en-US" sz="4400" dirty="0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AI</a:t>
              </a:r>
              <a:r>
                <a:rPr lang="en-US" sz="2400" dirty="0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&amp;</a:t>
              </a:r>
              <a:r>
                <a:rPr lang="en-US" sz="4400" dirty="0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ML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9C44B4-D5E9-5C80-508F-24B551CCD290}"/>
                </a:ext>
              </a:extLst>
            </p:cNvPr>
            <p:cNvSpPr/>
            <p:nvPr/>
          </p:nvSpPr>
          <p:spPr>
            <a:xfrm>
              <a:off x="3663008" y="4230340"/>
              <a:ext cx="2444667" cy="40011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2000" b="0" cap="none" spc="0" dirty="0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FOR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1F94B76-B377-181D-0718-6298AC9A7DDA}"/>
                </a:ext>
              </a:extLst>
            </p:cNvPr>
            <p:cNvSpPr/>
            <p:nvPr/>
          </p:nvSpPr>
          <p:spPr>
            <a:xfrm>
              <a:off x="1548065" y="4709578"/>
              <a:ext cx="4676812" cy="52322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800" dirty="0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NETWORK ENGINEERS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436193E-C861-E229-0BDF-B5ECD19AB790}"/>
              </a:ext>
            </a:extLst>
          </p:cNvPr>
          <p:cNvGrpSpPr/>
          <p:nvPr/>
        </p:nvGrpSpPr>
        <p:grpSpPr>
          <a:xfrm>
            <a:off x="1290479" y="2024130"/>
            <a:ext cx="3953692" cy="2299061"/>
            <a:chOff x="1290479" y="2024130"/>
            <a:chExt cx="3953692" cy="229906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594E23F-D96C-617D-0B65-8816C64BD31E}"/>
                </a:ext>
              </a:extLst>
            </p:cNvPr>
            <p:cNvSpPr/>
            <p:nvPr/>
          </p:nvSpPr>
          <p:spPr>
            <a:xfrm>
              <a:off x="1290479" y="2024130"/>
              <a:ext cx="3953692" cy="22990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5F543B-36D7-DF4B-BA3C-BE9AE9D5031A}"/>
                </a:ext>
              </a:extLst>
            </p:cNvPr>
            <p:cNvSpPr/>
            <p:nvPr/>
          </p:nvSpPr>
          <p:spPr>
            <a:xfrm>
              <a:off x="1371397" y="2514856"/>
              <a:ext cx="3828823" cy="64633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6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Mathematics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D045535-4447-69D7-4C7C-262D840F5277}"/>
                </a:ext>
              </a:extLst>
            </p:cNvPr>
            <p:cNvSpPr/>
            <p:nvPr/>
          </p:nvSpPr>
          <p:spPr>
            <a:xfrm>
              <a:off x="1560040" y="3240898"/>
              <a:ext cx="3326673" cy="52322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endParaRPr lang="en-US" sz="280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9F7BE7A-B0EE-A892-81CC-DEDA42F87C1D}"/>
                </a:ext>
              </a:extLst>
            </p:cNvPr>
            <p:cNvSpPr/>
            <p:nvPr/>
          </p:nvSpPr>
          <p:spPr>
            <a:xfrm>
              <a:off x="1447497" y="3430461"/>
              <a:ext cx="3616061" cy="43088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200" cap="none" spc="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Relearning Math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D79D1F0-0473-99A1-8E9F-12F82C33F570}"/>
              </a:ext>
            </a:extLst>
          </p:cNvPr>
          <p:cNvGrpSpPr/>
          <p:nvPr/>
        </p:nvGrpSpPr>
        <p:grpSpPr>
          <a:xfrm>
            <a:off x="6275939" y="425171"/>
            <a:ext cx="5094826" cy="1516203"/>
            <a:chOff x="6275939" y="425171"/>
            <a:chExt cx="5094826" cy="151620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A8F4541-2518-B6D2-1F19-44C5D18AB466}"/>
                </a:ext>
              </a:extLst>
            </p:cNvPr>
            <p:cNvSpPr/>
            <p:nvPr/>
          </p:nvSpPr>
          <p:spPr>
            <a:xfrm>
              <a:off x="6275939" y="425171"/>
              <a:ext cx="5094826" cy="1516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ED368B-B117-993B-C9BD-1685F1F6602C}"/>
                </a:ext>
              </a:extLst>
            </p:cNvPr>
            <p:cNvSpPr/>
            <p:nvPr/>
          </p:nvSpPr>
          <p:spPr>
            <a:xfrm>
              <a:off x="6947119" y="557869"/>
              <a:ext cx="3836902" cy="70788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000" dirty="0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Mathematics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B5F7EE2-B93B-9F8B-D6A6-78C020226854}"/>
                </a:ext>
              </a:extLst>
            </p:cNvPr>
            <p:cNvSpPr/>
            <p:nvPr/>
          </p:nvSpPr>
          <p:spPr>
            <a:xfrm>
              <a:off x="7311220" y="1373009"/>
              <a:ext cx="3221990" cy="43088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200" cap="none" spc="0" dirty="0">
                  <a:ln w="0"/>
                  <a:solidFill>
                    <a:schemeClr val="bg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Relearning Math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7197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55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Abdullah Al Naser</dc:creator>
  <cp:lastModifiedBy>Naser Al Naser</cp:lastModifiedBy>
  <cp:revision>41</cp:revision>
  <dcterms:created xsi:type="dcterms:W3CDTF">2024-07-28T10:24:10Z</dcterms:created>
  <dcterms:modified xsi:type="dcterms:W3CDTF">2026-04-14T04:56:03Z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ca7b2a-4f6d-4766-806a-1a0c76ea1c59_Enabled">
    <vt:lpwstr>true</vt:lpwstr>
  </property>
  <property fmtid="{D5CDD505-2E9C-101B-9397-08002B2CF9AE}" pid="3" name="MSIP_Label_66ca7b2a-4f6d-4766-806a-1a0c76ea1c59_SetDate">
    <vt:lpwstr>2024-07-28T10:25:08Z</vt:lpwstr>
  </property>
  <property fmtid="{D5CDD505-2E9C-101B-9397-08002B2CF9AE}" pid="4" name="MSIP_Label_66ca7b2a-4f6d-4766-806a-1a0c76ea1c59_Method">
    <vt:lpwstr>Standard</vt:lpwstr>
  </property>
  <property fmtid="{D5CDD505-2E9C-101B-9397-08002B2CF9AE}" pid="5" name="MSIP_Label_66ca7b2a-4f6d-4766-806a-1a0c76ea1c59_Name">
    <vt:lpwstr>Internal</vt:lpwstr>
  </property>
  <property fmtid="{D5CDD505-2E9C-101B-9397-08002B2CF9AE}" pid="6" name="MSIP_Label_66ca7b2a-4f6d-4766-806a-1a0c76ea1c59_SiteId">
    <vt:lpwstr>127d8d0d-7ccf-473d-ab09-6e44ad752ded</vt:lpwstr>
  </property>
  <property fmtid="{D5CDD505-2E9C-101B-9397-08002B2CF9AE}" pid="7" name="MSIP_Label_66ca7b2a-4f6d-4766-806a-1a0c76ea1c59_ActionId">
    <vt:lpwstr>75f048df-5df0-4b14-8386-280e87efb1f8</vt:lpwstr>
  </property>
  <property fmtid="{D5CDD505-2E9C-101B-9397-08002B2CF9AE}" pid="8" name="MSIP_Label_66ca7b2a-4f6d-4766-806a-1a0c76ea1c59_ContentBits">
    <vt:lpwstr>0</vt:lpwstr>
  </property>
</Properties>
</file>